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351" r:id="rId2"/>
    <p:sldId id="348" r:id="rId3"/>
  </p:sldIdLst>
  <p:sldSz cx="12192000" cy="6858000"/>
  <p:notesSz cx="7099300" cy="10234613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51" userDrawn="1">
          <p15:clr>
            <a:srgbClr val="A4A3A4"/>
          </p15:clr>
        </p15:guide>
        <p15:guide id="2" pos="3795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 userDrawn="1">
          <p15:clr>
            <a:srgbClr val="A4A3A4"/>
          </p15:clr>
        </p15:guide>
        <p15:guide id="2" pos="2236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.Hassen - Nürnberg -2020" initials="P.H." lastIdx="5" clrIdx="0">
    <p:extLst>
      <p:ext uri="{19B8F6BF-5375-455C-9EA6-DF929625EA0E}">
        <p15:presenceInfo xmlns:p15="http://schemas.microsoft.com/office/powerpoint/2012/main" userId="P.Hassen - Nürnberg -2020" providerId="None"/>
      </p:ext>
    </p:extLst>
  </p:cmAuthor>
  <p:cmAuthor id="2" name="Hassen, Peter" initials="HP" lastIdx="0" clrIdx="1">
    <p:extLst>
      <p:ext uri="{19B8F6BF-5375-455C-9EA6-DF929625EA0E}">
        <p15:presenceInfo xmlns:p15="http://schemas.microsoft.com/office/powerpoint/2012/main" userId="S-1-5-21-2093502940-1709459956-1780572237-17311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466FBE5-E9E6-E9B1-2EBB-B0A76A185097}" v="155" dt="2020-10-19T11:53:59.71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8518" autoAdjust="0"/>
    <p:restoredTop sz="85595" autoAdjust="0"/>
  </p:normalViewPr>
  <p:slideViewPr>
    <p:cSldViewPr snapToGrid="0">
      <p:cViewPr varScale="1">
        <p:scale>
          <a:sx n="95" d="100"/>
          <a:sy n="95" d="100"/>
        </p:scale>
        <p:origin x="270" y="102"/>
      </p:cViewPr>
      <p:guideLst>
        <p:guide orient="horz" pos="2251"/>
        <p:guide pos="379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83" d="100"/>
          <a:sy n="83" d="100"/>
        </p:scale>
        <p:origin x="3006" y="102"/>
      </p:cViewPr>
      <p:guideLst>
        <p:guide orient="horz" pos="3224"/>
        <p:guide pos="22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commentAuthors" Target="commentAuthors.xml"/><Relationship Id="rId11" Type="http://schemas.microsoft.com/office/2016/11/relationships/changesInfo" Target="changesInfos/changesInfo1.xml"/><Relationship Id="rId5" Type="http://schemas.openxmlformats.org/officeDocument/2006/relationships/handoutMaster" Target="handoutMasters/handoutMaster1.xml"/><Relationship Id="rId10" Type="http://schemas.openxmlformats.org/officeDocument/2006/relationships/tableStyles" Target="tableStyles.xml"/><Relationship Id="rId4" Type="http://schemas.openxmlformats.org/officeDocument/2006/relationships/notesMaster" Target="notesMasters/notes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eter Hassen" userId="S::peter.hassen@rdf.nuernberg.de::52261880-ee5a-44e4-8c68-b8719a02db32" providerId="AD" clId="Web-{5466FBE5-E9E6-E9B1-2EBB-B0A76A185097}"/>
    <pc:docChg chg="addSld delSld modSld sldOrd">
      <pc:chgData name="Peter Hassen" userId="S::peter.hassen@rdf.nuernberg.de::52261880-ee5a-44e4-8c68-b8719a02db32" providerId="AD" clId="Web-{5466FBE5-E9E6-E9B1-2EBB-B0A76A185097}" dt="2020-10-19T11:53:59.718" v="150" actId="20577"/>
      <pc:docMkLst>
        <pc:docMk/>
      </pc:docMkLst>
      <pc:sldChg chg="modSp ord">
        <pc:chgData name="Peter Hassen" userId="S::peter.hassen@rdf.nuernberg.de::52261880-ee5a-44e4-8c68-b8719a02db32" providerId="AD" clId="Web-{5466FBE5-E9E6-E9B1-2EBB-B0A76A185097}" dt="2020-10-19T11:51:28.934" v="101" actId="20577"/>
        <pc:sldMkLst>
          <pc:docMk/>
          <pc:sldMk cId="3033814814" sldId="314"/>
        </pc:sldMkLst>
        <pc:spChg chg="mod">
          <ac:chgData name="Peter Hassen" userId="S::peter.hassen@rdf.nuernberg.de::52261880-ee5a-44e4-8c68-b8719a02db32" providerId="AD" clId="Web-{5466FBE5-E9E6-E9B1-2EBB-B0A76A185097}" dt="2020-10-19T11:51:28.934" v="101" actId="20577"/>
          <ac:spMkLst>
            <pc:docMk/>
            <pc:sldMk cId="3033814814" sldId="314"/>
            <ac:spMk id="2" creationId="{00000000-0000-0000-0000-000000000000}"/>
          </ac:spMkLst>
        </pc:spChg>
      </pc:sldChg>
      <pc:sldChg chg="ord">
        <pc:chgData name="Peter Hassen" userId="S::peter.hassen@rdf.nuernberg.de::52261880-ee5a-44e4-8c68-b8719a02db32" providerId="AD" clId="Web-{5466FBE5-E9E6-E9B1-2EBB-B0A76A185097}" dt="2020-10-19T11:51:57.482" v="103"/>
        <pc:sldMkLst>
          <pc:docMk/>
          <pc:sldMk cId="1312658945" sldId="323"/>
        </pc:sldMkLst>
      </pc:sldChg>
      <pc:sldChg chg="modSp ord">
        <pc:chgData name="Peter Hassen" userId="S::peter.hassen@rdf.nuernberg.de::52261880-ee5a-44e4-8c68-b8719a02db32" providerId="AD" clId="Web-{5466FBE5-E9E6-E9B1-2EBB-B0A76A185097}" dt="2020-10-19T11:53:59.718" v="149" actId="20577"/>
        <pc:sldMkLst>
          <pc:docMk/>
          <pc:sldMk cId="2473763869" sldId="324"/>
        </pc:sldMkLst>
        <pc:spChg chg="mod">
          <ac:chgData name="Peter Hassen" userId="S::peter.hassen@rdf.nuernberg.de::52261880-ee5a-44e4-8c68-b8719a02db32" providerId="AD" clId="Web-{5466FBE5-E9E6-E9B1-2EBB-B0A76A185097}" dt="2020-10-19T11:52:13.497" v="106" actId="20577"/>
          <ac:spMkLst>
            <pc:docMk/>
            <pc:sldMk cId="2473763869" sldId="324"/>
            <ac:spMk id="2" creationId="{BB67FFDB-E1A6-4DBE-AD6D-66E33DF794A8}"/>
          </ac:spMkLst>
        </pc:spChg>
        <pc:spChg chg="mod">
          <ac:chgData name="Peter Hassen" userId="S::peter.hassen@rdf.nuernberg.de::52261880-ee5a-44e4-8c68-b8719a02db32" providerId="AD" clId="Web-{5466FBE5-E9E6-E9B1-2EBB-B0A76A185097}" dt="2020-10-19T11:53:59.718" v="149" actId="20577"/>
          <ac:spMkLst>
            <pc:docMk/>
            <pc:sldMk cId="2473763869" sldId="324"/>
            <ac:spMk id="3" creationId="{D99539B1-D5F0-4287-A1CC-0DB344F5EA0C}"/>
          </ac:spMkLst>
        </pc:spChg>
      </pc:sldChg>
      <pc:sldChg chg="modSp new">
        <pc:chgData name="Peter Hassen" userId="S::peter.hassen@rdf.nuernberg.de::52261880-ee5a-44e4-8c68-b8719a02db32" providerId="AD" clId="Web-{5466FBE5-E9E6-E9B1-2EBB-B0A76A185097}" dt="2020-10-19T11:17:16.248" v="96" actId="20577"/>
        <pc:sldMkLst>
          <pc:docMk/>
          <pc:sldMk cId="1600590257" sldId="325"/>
        </pc:sldMkLst>
        <pc:spChg chg="mod">
          <ac:chgData name="Peter Hassen" userId="S::peter.hassen@rdf.nuernberg.de::52261880-ee5a-44e4-8c68-b8719a02db32" providerId="AD" clId="Web-{5466FBE5-E9E6-E9B1-2EBB-B0A76A185097}" dt="2020-10-19T11:16:43.529" v="21" actId="20577"/>
          <ac:spMkLst>
            <pc:docMk/>
            <pc:sldMk cId="1600590257" sldId="325"/>
            <ac:spMk id="2" creationId="{7CD6EFA8-88EB-4AF7-A834-7C7885C706D3}"/>
          </ac:spMkLst>
        </pc:spChg>
        <pc:spChg chg="mod">
          <ac:chgData name="Peter Hassen" userId="S::peter.hassen@rdf.nuernberg.de::52261880-ee5a-44e4-8c68-b8719a02db32" providerId="AD" clId="Web-{5466FBE5-E9E6-E9B1-2EBB-B0A76A185097}" dt="2020-10-19T11:17:16.248" v="96" actId="20577"/>
          <ac:spMkLst>
            <pc:docMk/>
            <pc:sldMk cId="1600590257" sldId="325"/>
            <ac:spMk id="3" creationId="{BD9EA052-19EE-4FC7-B7DA-1DB0555694F5}"/>
          </ac:spMkLst>
        </pc:spChg>
      </pc:sldChg>
      <pc:sldChg chg="modSp new del">
        <pc:chgData name="Peter Hassen" userId="S::peter.hassen@rdf.nuernberg.de::52261880-ee5a-44e4-8c68-b8719a02db32" providerId="AD" clId="Web-{5466FBE5-E9E6-E9B1-2EBB-B0A76A185097}" dt="2020-10-19T11:53:24.342" v="110"/>
        <pc:sldMkLst>
          <pc:docMk/>
          <pc:sldMk cId="3165516898" sldId="326"/>
        </pc:sldMkLst>
        <pc:spChg chg="mod">
          <ac:chgData name="Peter Hassen" userId="S::peter.hassen@rdf.nuernberg.de::52261880-ee5a-44e4-8c68-b8719a02db32" providerId="AD" clId="Web-{5466FBE5-E9E6-E9B1-2EBB-B0A76A185097}" dt="2020-10-19T11:53:20.952" v="109" actId="20577"/>
          <ac:spMkLst>
            <pc:docMk/>
            <pc:sldMk cId="3165516898" sldId="326"/>
            <ac:spMk id="2" creationId="{F6F6049D-9F43-484F-9579-B0544FA55689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6363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r>
              <a:rPr lang="de-DE"/>
              <a:t>RDF  Nürnberg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4021296" y="0"/>
            <a:ext cx="3076363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0766D5AF-2AD2-478E-B6DC-DC6FB6E04C2A}" type="datetimeFigureOut">
              <a:rPr lang="de-DE" smtClean="0"/>
              <a:t>20.02.2021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2" y="9721110"/>
            <a:ext cx="3076363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r>
              <a:rPr lang="de-DE"/>
              <a:t>Dipl.Math(FH) P.Hassen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4021296" y="9721110"/>
            <a:ext cx="3076363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2A206D45-03A5-4BA3-BA8B-E8911A37B8C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65758622"/>
      </p:ext>
    </p:extLst>
  </p:cSld>
  <p:clrMap bg1="lt1" tx1="dk1" bg2="lt2" tx2="dk2" accent1="accent1" accent2="accent2" accent3="accent3" accent4="accent4" accent5="accent5" accent6="accent6" hlink="hlink" folHlink="folHlink"/>
  <p:hf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6363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r>
              <a:rPr lang="de-DE"/>
              <a:t>RDF  Nürnberg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4021296" y="0"/>
            <a:ext cx="3076363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0B3A854F-7D4F-4AA9-8230-67DE6BD5EC05}" type="datetimeFigureOut">
              <a:rPr lang="de-DE" smtClean="0"/>
              <a:t>20.02.2021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481013" y="1279525"/>
            <a:ext cx="6138862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709930" y="4925410"/>
            <a:ext cx="5679440" cy="4029879"/>
          </a:xfrm>
          <a:prstGeom prst="rect">
            <a:avLst/>
          </a:prstGeom>
        </p:spPr>
        <p:txBody>
          <a:bodyPr vert="horz" lIns="99075" tIns="49538" rIns="99075" bIns="49538" rtlCol="0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6363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r>
              <a:rPr lang="de-DE"/>
              <a:t>Dipl.Math(FH) P.Hassen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4021296" y="9721110"/>
            <a:ext cx="3076363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F9AC5A92-E172-427C-847A-6BEACB2C314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03800370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619003" y="2505693"/>
            <a:ext cx="9144000" cy="160991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619003" y="4408096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Formatvorlage des Untertitelmasters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42031-96EC-4C0C-BF88-DBB6E005247D}" type="datetime1">
              <a:rPr lang="de-DE" smtClean="0"/>
              <a:t>20.02.2021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4050175" y="6356350"/>
            <a:ext cx="4114800" cy="365125"/>
          </a:xfrm>
        </p:spPr>
        <p:txBody>
          <a:bodyPr/>
          <a:lstStyle/>
          <a:p>
            <a:r>
              <a:rPr lang="de-DE"/>
              <a:t>Peter Hassen - Rudolf-Diesel-Fachschule Nürnberg</a:t>
            </a:r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3B62B-DF0A-458F-88F9-946E638C91A8}" type="slidenum">
              <a:rPr lang="de-DE" smtClean="0"/>
              <a:pPr/>
              <a:t>‹Nr.›</a:t>
            </a:fld>
            <a:r>
              <a:rPr lang="de-DE"/>
              <a:t>/20</a:t>
            </a:r>
          </a:p>
        </p:txBody>
      </p:sp>
    </p:spTree>
    <p:extLst>
      <p:ext uri="{BB962C8B-B14F-4D97-AF65-F5344CB8AC3E}">
        <p14:creationId xmlns:p14="http://schemas.microsoft.com/office/powerpoint/2010/main" val="4088166023"/>
      </p:ext>
    </p:extLst>
  </p:cSld>
  <p:clrMapOvr>
    <a:masterClrMapping/>
  </p:clrMapOvr>
  <p:transition spd="slow">
    <p:pull dir="ru"/>
  </p:transition>
  <p:extLst mod="1"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LAYOUT-m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8200" y="1033153"/>
            <a:ext cx="10515600" cy="1034474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838200" y="2434441"/>
            <a:ext cx="10515600" cy="3764477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37DE8-D5D0-4A20-A0CB-3A043FD5099A}" type="datetime1">
              <a:rPr lang="de-DE" smtClean="0"/>
              <a:t>20.02.2021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Peter Hassen - Rudolf-Diesel-Fachschule Nürnberg</a:t>
            </a:r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3B62B-DF0A-458F-88F9-946E638C91A8}" type="slidenum">
              <a:rPr lang="de-DE" smtClean="0"/>
              <a:t>‹Nr.›</a:t>
            </a:fld>
            <a:endParaRPr lang="de-DE" dirty="0"/>
          </a:p>
        </p:txBody>
      </p:sp>
      <p:pic>
        <p:nvPicPr>
          <p:cNvPr id="7" name="Grafik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1217" y="0"/>
            <a:ext cx="3280783" cy="646331"/>
          </a:xfrm>
          <a:prstGeom prst="rect">
            <a:avLst/>
          </a:prstGeom>
        </p:spPr>
      </p:pic>
      <p:sp>
        <p:nvSpPr>
          <p:cNvPr id="8" name="Textfeld 7"/>
          <p:cNvSpPr txBox="1"/>
          <p:nvPr userDrawn="1"/>
        </p:nvSpPr>
        <p:spPr>
          <a:xfrm>
            <a:off x="-11875" y="-23750"/>
            <a:ext cx="2897579" cy="646331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de-DE" b="0" cap="none" spc="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Rudolf-Diesel-Fachschule</a:t>
            </a:r>
          </a:p>
          <a:p>
            <a:r>
              <a:rPr lang="de-DE" b="0" cap="none" spc="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Nürnberg</a:t>
            </a:r>
          </a:p>
        </p:txBody>
      </p:sp>
      <p:pic>
        <p:nvPicPr>
          <p:cNvPr id="9" name="Grafik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74231" y="6302143"/>
            <a:ext cx="473538" cy="473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0241151"/>
      </p:ext>
    </p:extLst>
  </p:cSld>
  <p:clrMapOvr>
    <a:masterClrMapping/>
  </p:clrMapOvr>
  <p:transition spd="slow">
    <p:pull dir="ru"/>
  </p:transition>
  <p:hf hd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lay-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543835"/>
            <a:ext cx="10515600" cy="27175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Formatvorlagen des Textmasters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3B238-3302-4188-94F0-F64AB43F8A67}" type="datetime1">
              <a:rPr lang="de-DE" smtClean="0"/>
              <a:t>20.02.2021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Peter Hassen - Rudolf-Diesel-Fachschule Nürnberg</a:t>
            </a:r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3B62B-DF0A-458F-88F9-946E638C91A8}" type="slidenum">
              <a:rPr lang="de-DE" smtClean="0"/>
              <a:t>‹Nr.›</a:t>
            </a:fld>
            <a:endParaRPr lang="de-DE"/>
          </a:p>
        </p:txBody>
      </p:sp>
      <p:pic>
        <p:nvPicPr>
          <p:cNvPr id="10" name="Grafik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1887" y="0"/>
            <a:ext cx="2420113" cy="548640"/>
          </a:xfrm>
          <a:prstGeom prst="rect">
            <a:avLst/>
          </a:prstGeom>
        </p:spPr>
      </p:pic>
      <p:sp>
        <p:nvSpPr>
          <p:cNvPr id="11" name="Textfeld 10"/>
          <p:cNvSpPr txBox="1"/>
          <p:nvPr userDrawn="1"/>
        </p:nvSpPr>
        <p:spPr>
          <a:xfrm>
            <a:off x="0" y="-40940"/>
            <a:ext cx="2420113" cy="584775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de-DE" sz="1600" dirty="0">
                <a:solidFill>
                  <a:schemeClr val="bg1"/>
                </a:solidFill>
              </a:rPr>
              <a:t>Rudolf-Diesel</a:t>
            </a:r>
          </a:p>
          <a:p>
            <a:r>
              <a:rPr lang="de-DE" sz="1600" dirty="0">
                <a:solidFill>
                  <a:schemeClr val="bg1"/>
                </a:solidFill>
              </a:rPr>
              <a:t>Fachschule</a:t>
            </a:r>
          </a:p>
        </p:txBody>
      </p:sp>
      <p:pic>
        <p:nvPicPr>
          <p:cNvPr id="13" name="Grafik 1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74231" y="6293452"/>
            <a:ext cx="473538" cy="473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2665374"/>
      </p:ext>
    </p:extLst>
  </p:cSld>
  <p:clrMapOvr>
    <a:masterClrMapping/>
  </p:clrMapOvr>
  <p:transition spd="slow">
    <p:pull dir="r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C8C32-BEC6-42C9-8139-F390254F6546}" type="datetime1">
              <a:rPr lang="de-DE" smtClean="0"/>
              <a:t>20.02.2021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Peter Hassen - Rudolf-Diesel-Fachschule Nürnberg</a:t>
            </a:r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3B62B-DF0A-458F-88F9-946E638C91A8}" type="slidenum">
              <a:rPr lang="de-DE" smtClean="0"/>
              <a:t>‹Nr.›</a:t>
            </a:fld>
            <a:endParaRPr lang="de-DE"/>
          </a:p>
        </p:txBody>
      </p:sp>
      <p:pic>
        <p:nvPicPr>
          <p:cNvPr id="7" name="Grafik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1887" y="0"/>
            <a:ext cx="2420113" cy="548640"/>
          </a:xfrm>
          <a:prstGeom prst="rect">
            <a:avLst/>
          </a:prstGeom>
        </p:spPr>
      </p:pic>
      <p:sp>
        <p:nvSpPr>
          <p:cNvPr id="11" name="Textfeld 10"/>
          <p:cNvSpPr txBox="1"/>
          <p:nvPr userDrawn="1"/>
        </p:nvSpPr>
        <p:spPr>
          <a:xfrm>
            <a:off x="0" y="-40940"/>
            <a:ext cx="2420113" cy="584775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de-DE" sz="1600" dirty="0">
                <a:solidFill>
                  <a:schemeClr val="bg1"/>
                </a:solidFill>
              </a:rPr>
              <a:t>Rudolf-Diesel</a:t>
            </a:r>
          </a:p>
          <a:p>
            <a:r>
              <a:rPr lang="de-DE" sz="1600" dirty="0">
                <a:solidFill>
                  <a:schemeClr val="bg1"/>
                </a:solidFill>
              </a:rPr>
              <a:t>Fachschule</a:t>
            </a:r>
          </a:p>
        </p:txBody>
      </p:sp>
    </p:spTree>
    <p:extLst>
      <p:ext uri="{BB962C8B-B14F-4D97-AF65-F5344CB8AC3E}">
        <p14:creationId xmlns:p14="http://schemas.microsoft.com/office/powerpoint/2010/main" val="4225117441"/>
      </p:ext>
    </p:extLst>
  </p:cSld>
  <p:clrMapOvr>
    <a:masterClrMapping/>
  </p:clrMapOvr>
  <p:transition spd="slow">
    <p:pull dir="r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8200" y="633528"/>
            <a:ext cx="10515600" cy="1045028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838200" y="1833805"/>
            <a:ext cx="5181600" cy="4351338"/>
          </a:xfrm>
        </p:spPr>
        <p:txBody>
          <a:bodyPr/>
          <a:lstStyle/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70342-8CB1-4CAA-8381-AE87375E203F}" type="datetime1">
              <a:rPr lang="de-DE" smtClean="0"/>
              <a:t>20.02.2021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Peter Hassen - Rudolf-Diesel-Fachschule Nürnberg</a:t>
            </a:r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3B62B-DF0A-458F-88F9-946E638C91A8}" type="slidenum">
              <a:rPr lang="de-DE" smtClean="0"/>
              <a:t>‹Nr.›</a:t>
            </a:fld>
            <a:endParaRPr lang="de-DE"/>
          </a:p>
        </p:txBody>
      </p:sp>
      <p:sp>
        <p:nvSpPr>
          <p:cNvPr id="8" name="Textfeld 7"/>
          <p:cNvSpPr txBox="1"/>
          <p:nvPr userDrawn="1"/>
        </p:nvSpPr>
        <p:spPr>
          <a:xfrm>
            <a:off x="0" y="-40940"/>
            <a:ext cx="2420113" cy="584775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de-DE" sz="1600" dirty="0">
                <a:solidFill>
                  <a:schemeClr val="bg1"/>
                </a:solidFill>
              </a:rPr>
              <a:t>Rudolf-Diesel</a:t>
            </a:r>
          </a:p>
          <a:p>
            <a:r>
              <a:rPr lang="de-DE" sz="1600" dirty="0">
                <a:solidFill>
                  <a:schemeClr val="bg1"/>
                </a:solidFill>
              </a:rPr>
              <a:t>Fachschule</a:t>
            </a:r>
          </a:p>
        </p:txBody>
      </p:sp>
      <p:pic>
        <p:nvPicPr>
          <p:cNvPr id="9" name="Grafik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1887" y="0"/>
            <a:ext cx="2420113" cy="548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5233858"/>
      </p:ext>
    </p:extLst>
  </p:cSld>
  <p:clrMapOvr>
    <a:masterClrMapping/>
  </p:clrMapOvr>
  <p:transition spd="slow">
    <p:pull dir="r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8200" y="2529445"/>
            <a:ext cx="10515600" cy="1045028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C5E3B-9082-4C4E-B7D3-C61768AE1DC9}" type="datetime1">
              <a:rPr lang="de-DE" smtClean="0"/>
              <a:t>20.02.2021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Peter Hassen - Rudolf-Diesel-Fachschule Nürnberg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3B62B-DF0A-458F-88F9-946E638C91A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50846742"/>
      </p:ext>
    </p:extLst>
  </p:cSld>
  <p:clrMapOvr>
    <a:masterClrMapping/>
  </p:clrMapOvr>
  <p:transition spd="slow">
    <p:pull dir="r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48D11-EC7A-452A-BD31-18E17F838235}" type="datetime1">
              <a:rPr lang="de-DE" smtClean="0"/>
              <a:t>20.02.2021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Peter Hassen - Rudolf-Diesel-Fachschule Nürnberg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3B62B-DF0A-458F-88F9-946E638C91A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84366454"/>
      </p:ext>
    </p:extLst>
  </p:cSld>
  <p:clrMapOvr>
    <a:masterClrMapping/>
  </p:clrMapOvr>
  <p:transition spd="slow">
    <p:pull dir="r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49FAA-592A-4CB5-892E-5BF28E22D6E1}" type="datetime1">
              <a:rPr lang="de-DE" smtClean="0"/>
              <a:t>20.02.2021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Peter Hassen - Rudolf-Diesel-Fachschule Nürnberg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3B62B-DF0A-458F-88F9-946E638C91A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32216294"/>
      </p:ext>
    </p:extLst>
  </p:cSld>
  <p:clrMapOvr>
    <a:masterClrMapping/>
  </p:clrMapOvr>
  <p:transition spd="slow">
    <p:pull dir="r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38AB1-3241-4B01-9DFD-781FF20C52C7}" type="datetime1">
              <a:rPr lang="de-DE" smtClean="0"/>
              <a:t>20.02.2021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Peter Hassen - Rudolf-Diesel-Fachschule Nürnberg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3B62B-DF0A-458F-88F9-946E638C91A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97694147"/>
      </p:ext>
    </p:extLst>
  </p:cSld>
  <p:clrMapOvr>
    <a:masterClrMapping/>
  </p:clrMapOvr>
  <p:transition spd="slow">
    <p:pull dir="r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8200" y="2529445"/>
            <a:ext cx="10515600" cy="1045028"/>
          </a:xfrm>
          <a:prstGeom prst="rect">
            <a:avLst/>
          </a:prstGeo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B7CD4-FF80-43D6-8BD8-DE420DE8931C}" type="datetime1">
              <a:rPr lang="de-DE" smtClean="0"/>
              <a:t>20.02.2021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Peter Hassen - Rudolf-Diesel-Fachschule Nürnberg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3B62B-DF0A-458F-88F9-946E638C91A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68303002"/>
      </p:ext>
    </p:extLst>
  </p:cSld>
  <p:clrMapOvr>
    <a:masterClrMapping/>
  </p:clrMapOvr>
  <p:transition spd="slow">
    <p:pull dir="r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28D13-BE43-47E1-846E-730026F47886}" type="datetime1">
              <a:rPr lang="de-DE" smtClean="0"/>
              <a:t>20.02.2021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Peter Hassen - Rudolf-Diesel-Fachschule Nürnberg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3B62B-DF0A-458F-88F9-946E638C91A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70232214"/>
      </p:ext>
    </p:extLst>
  </p:cSld>
  <p:clrMapOvr>
    <a:masterClrMapping/>
  </p:clrMapOvr>
  <p:transition spd="slow">
    <p:pull dir="r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8200" y="2698333"/>
            <a:ext cx="10515600" cy="1628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Wintersemester 2020</a:t>
            </a:r>
          </a:p>
          <a:p>
            <a:pPr lvl="0"/>
            <a:r>
              <a:rPr lang="de-DE" dirty="0"/>
              <a:t>    Mikrocontroller auswählen und Architektur und </a:t>
            </a:r>
          </a:p>
          <a:p>
            <a:pPr lvl="0"/>
            <a:r>
              <a:rPr lang="de-DE" dirty="0"/>
              <a:t>    Befehlssatz analysieren </a:t>
            </a:r>
          </a:p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 MIKROCONTROLLERTECHNIK 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2EE002-0840-45DB-B79D-98EA753BF06D}" type="datetime1">
              <a:rPr lang="de-DE" smtClean="0"/>
              <a:t>20.02.2021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DE"/>
              <a:t>Peter Hassen - Rudolf-Diesel-Fachschule Nürnberg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63B62B-DF0A-458F-88F9-946E638C91A8}" type="slidenum">
              <a:rPr lang="de-DE" smtClean="0"/>
              <a:pPr/>
              <a:t>‹Nr.›</a:t>
            </a:fld>
            <a:r>
              <a:rPr lang="de-DE"/>
              <a:t>/32</a:t>
            </a:r>
          </a:p>
        </p:txBody>
      </p:sp>
      <p:pic>
        <p:nvPicPr>
          <p:cNvPr id="7" name="Grafik 6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74231" y="6302143"/>
            <a:ext cx="473538" cy="473538"/>
          </a:xfrm>
          <a:prstGeom prst="rect">
            <a:avLst/>
          </a:prstGeom>
        </p:spPr>
      </p:pic>
      <p:pic>
        <p:nvPicPr>
          <p:cNvPr id="2" name="Grafik 1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0"/>
            <a:ext cx="10058400" cy="2297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03347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3" r:id="rId3"/>
    <p:sldLayoutId id="2147483651" r:id="rId4"/>
    <p:sldLayoutId id="2147483652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pull dir="ru"/>
  </p:transition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37DE8-D5D0-4A20-A0CB-3A043FD5099A}" type="datetime1">
              <a:rPr lang="de-DE" smtClean="0"/>
              <a:t>20.02.2021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Peter Hassen - Rudolf-Diesel-Fachschule Nürnberg</a:t>
            </a:r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3B62B-DF0A-458F-88F9-946E638C91A8}" type="slidenum">
              <a:rPr lang="de-DE" smtClean="0"/>
              <a:t>1</a:t>
            </a:fld>
            <a:endParaRPr lang="de-DE" dirty="0"/>
          </a:p>
        </p:txBody>
      </p:sp>
      <p:sp>
        <p:nvSpPr>
          <p:cNvPr id="7" name="Rechteck 6"/>
          <p:cNvSpPr/>
          <p:nvPr/>
        </p:nvSpPr>
        <p:spPr>
          <a:xfrm>
            <a:off x="4038600" y="3465885"/>
            <a:ext cx="328904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sz="3200" dirty="0"/>
              <a:t>Kennwort : </a:t>
            </a:r>
            <a:r>
              <a:rPr lang="de-DE" sz="3200" dirty="0">
                <a:solidFill>
                  <a:srgbClr val="FF0000"/>
                </a:solidFill>
              </a:rPr>
              <a:t>Husten</a:t>
            </a:r>
          </a:p>
        </p:txBody>
      </p:sp>
      <p:sp>
        <p:nvSpPr>
          <p:cNvPr id="10" name="Titel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Kennwort: Login</a:t>
            </a:r>
          </a:p>
        </p:txBody>
      </p:sp>
      <p:pic>
        <p:nvPicPr>
          <p:cNvPr id="12" name="Inhaltsplatzhalter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153400" y="35823"/>
            <a:ext cx="461963" cy="461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Inhaltsplatzhalter 8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138237" y="2276816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Bildergebnis für Login logo">
            <a:extLst>
              <a:ext uri="{FF2B5EF4-FFF2-40B4-BE49-F238E27FC236}">
                <a16:creationId xmlns:a16="http://schemas.microsoft.com/office/drawing/2014/main" id="{E86E07CD-D0A1-46CD-84D6-69FA92896F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6049" y="1497113"/>
            <a:ext cx="3028950" cy="1514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02051308"/>
      </p:ext>
    </p:extLst>
  </p:cSld>
  <p:clrMapOvr>
    <a:masterClrMapping/>
  </p:clrMapOvr>
  <p:transition spd="slow">
    <p:pull dir="r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37DE8-D5D0-4A20-A0CB-3A043FD5099A}" type="datetime1">
              <a:rPr lang="de-DE" smtClean="0"/>
              <a:t>20.02.2021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Peter Hassen - Rudolf-Diesel-Fachschule Nürnberg</a:t>
            </a:r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3B62B-DF0A-458F-88F9-946E638C91A8}" type="slidenum">
              <a:rPr lang="de-DE" smtClean="0"/>
              <a:t>2</a:t>
            </a:fld>
            <a:endParaRPr lang="de-DE" dirty="0"/>
          </a:p>
        </p:txBody>
      </p:sp>
      <p:sp>
        <p:nvSpPr>
          <p:cNvPr id="7" name="Rechteck 6"/>
          <p:cNvSpPr/>
          <p:nvPr/>
        </p:nvSpPr>
        <p:spPr>
          <a:xfrm>
            <a:off x="4038600" y="3465885"/>
            <a:ext cx="369043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sz="3200" dirty="0"/>
              <a:t>Kennwort : </a:t>
            </a:r>
            <a:r>
              <a:rPr lang="de-DE" sz="3200" dirty="0" err="1">
                <a:solidFill>
                  <a:srgbClr val="00B050"/>
                </a:solidFill>
              </a:rPr>
              <a:t>Schnapps</a:t>
            </a:r>
            <a:endParaRPr lang="de-DE" sz="3200" dirty="0">
              <a:solidFill>
                <a:srgbClr val="00B050"/>
              </a:solidFill>
            </a:endParaRPr>
          </a:p>
        </p:txBody>
      </p:sp>
      <p:sp>
        <p:nvSpPr>
          <p:cNvPr id="10" name="Titel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Kennwort: Logoff</a:t>
            </a:r>
          </a:p>
        </p:txBody>
      </p:sp>
      <p:pic>
        <p:nvPicPr>
          <p:cNvPr id="12" name="Inhaltsplatzhalter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153400" y="35823"/>
            <a:ext cx="461963" cy="461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Bildergebnis für Logof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8153400" y="1322760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Inhaltsplatzhalter 8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138237" y="2276816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55719404"/>
      </p:ext>
    </p:extLst>
  </p:cSld>
  <p:clrMapOvr>
    <a:masterClrMapping/>
  </p:clrMapOvr>
  <p:transition spd="slow">
    <p:pull dir="ru"/>
  </p:transition>
</p:sld>
</file>

<file path=ppt/theme/theme1.xml><?xml version="1.0" encoding="utf-8"?>
<a:theme xmlns:a="http://schemas.openxmlformats.org/drawingml/2006/main" name="LAYOUT-MASTER">
  <a:themeElements>
    <a:clrScheme name="Blau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</Words>
  <Application>Microsoft Office PowerPoint</Application>
  <PresentationFormat>Breitbild</PresentationFormat>
  <Paragraphs>10</Paragraphs>
  <Slides>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LAYOUT-MASTER</vt:lpstr>
      <vt:lpstr>Kennwort: Login</vt:lpstr>
      <vt:lpstr>Kennwort: Logoff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Microcontrollertechnik</dc:title>
  <dc:creator>P.Hassen - Nürnberg -2019</dc:creator>
  <cp:lastModifiedBy>peter</cp:lastModifiedBy>
  <cp:revision>1487</cp:revision>
  <cp:lastPrinted>2020-12-14T12:17:12Z</cp:lastPrinted>
  <dcterms:created xsi:type="dcterms:W3CDTF">2020-09-18T06:52:25Z</dcterms:created>
  <dcterms:modified xsi:type="dcterms:W3CDTF">2021-02-20T13:30:29Z</dcterms:modified>
  <cp:contentStatus/>
</cp:coreProperties>
</file>